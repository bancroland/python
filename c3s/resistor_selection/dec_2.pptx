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02A8ABC-9372-3969-870D-EF2A89A4D3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6FD7C05-DED6-D427-AD9E-4B834E83C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F680EBE-BEE5-4FFD-DEA7-60B6955CA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F621-D71F-42B6-966B-5F89E47E0BC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80E84EE-FC87-E6CB-5D7A-7177E2C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434C740-C2B9-B3CC-5674-0B02559C6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474DE-6FEE-47CF-8CF5-A05F383E7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131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2695886-2A9B-2534-2F93-78F42933B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4F82819-FDB7-8B1D-6FD2-0B2129968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95B1E2B-68FE-E5E3-C181-C07BF3285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F621-D71F-42B6-966B-5F89E47E0BC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1A37527-5C22-B3C3-8EC6-A4E661F69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E12AAC7-DD29-41EB-FF53-90172EA64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474DE-6FEE-47CF-8CF5-A05F383E7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93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68D7080-5BFA-6479-FF2F-2ACB66296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E7E9B23-BB3B-265B-228C-A6FC2C9E3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D6669E3-F50B-88BB-92CD-547A11C9E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F621-D71F-42B6-966B-5F89E47E0BC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9B2BCC0-0047-E5F2-4D15-F00BEBB11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7A42C54-096F-44C8-C228-4E55FC446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474DE-6FEE-47CF-8CF5-A05F383E7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26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64AD154-CD90-91BC-9DAB-9C17836B7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663FE8D-9A40-5AAC-8C45-8CEBC51AFD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7109FA3-9408-3BDD-2AA8-268F98A32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FB21B89-D13B-E949-1F9A-3B8F56302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F621-D71F-42B6-966B-5F89E47E0BC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531BD21-3344-6ABF-945E-22575ADC8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A983A48-A10A-A30C-A12A-B8A08C5D3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474DE-6FEE-47CF-8CF5-A05F383E7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055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4B57F0-6C66-5F43-72E6-D82ABD519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BCFC431-65AD-51C1-CCDB-52B42C38D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EF7A17A-1D47-7CF8-8A59-09D8562F0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A9AE9ED-27DE-F0A0-C163-D8BEFA08F2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BE590376-424C-2834-84FA-D15B51EB6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9E616E20-F539-60B0-4370-B7BB69D8D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F621-D71F-42B6-966B-5F89E47E0BC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84068377-E621-0567-F353-6F7CDD35F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19C5595C-F6D8-1844-062F-202B36C26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474DE-6FEE-47CF-8CF5-A05F383E7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24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0D9165-3206-B40E-4D76-77912D44E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53D1D636-95BE-A222-372F-75E7EF923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F621-D71F-42B6-966B-5F89E47E0BC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CE911CD0-9B91-B303-B64A-3E4022D48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0D6C1969-D210-D8BA-9009-8F76C2628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474DE-6FEE-47CF-8CF5-A05F383E7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90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A5AC2A7B-7D58-9A15-39D9-B552D458F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F621-D71F-42B6-966B-5F89E47E0BC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AD9EDB77-0569-C6AA-26E6-099F28D71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BA98B60-3D11-2A5D-3309-A89EEF08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474DE-6FEE-47CF-8CF5-A05F383E7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433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CF8B4E-EACE-669D-A4DC-F4189D6A3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27B7239-1EA3-3055-7A90-D82A42F15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C526E45-6DF1-F90F-F2B1-3C3E9C521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335547E-F8E7-B273-B60B-B4F6D446B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F621-D71F-42B6-966B-5F89E47E0BC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91E8AE6-DC26-F1E6-286D-BA5754C87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DC946C7-DAA0-9AE1-CF70-9971F4190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474DE-6FEE-47CF-8CF5-A05F383E7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211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A056F1-2E90-3DA9-E6BF-A646EC995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5B66CF06-43C9-2465-7C0D-E174C100F6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B5CB603-D5DB-05CE-D70D-C55A9FEEE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9232FCF-9B77-4B3C-F3DB-1EE14A981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F621-D71F-42B6-966B-5F89E47E0BC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FFBAA3C-DD61-2531-8866-0C6513141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DD52EBF-BBBF-5520-9545-EAF5E4319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474DE-6FEE-47CF-8CF5-A05F383E7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515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A88A6F-D616-2FCD-B7AE-C4461F0B7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1E6B7FD-6D0F-168B-3FD0-577630623E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E1A6896-80C2-459B-4C1F-C555BD9C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F621-D71F-42B6-966B-5F89E47E0BC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8EE79B9-8CFF-23EE-08A7-2515397C2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E0ED173-1ABA-0885-BE00-A64490849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474DE-6FEE-47CF-8CF5-A05F383E7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229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8B0E4E5F-3182-757A-4347-6108D7202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F059A0A4-1495-060F-22DE-49A5B164E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B10BE84-80A0-7C47-8AB2-73AFB3D33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F621-D71F-42B6-966B-5F89E47E0BC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77A5C98-D8EB-263B-A0A0-ADC9888CA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4719310-34AA-BF4B-D79E-6AEB35B08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474DE-6FEE-47CF-8CF5-A05F383E7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879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07A3C7E9-1BAD-552E-BA26-D0C5D486D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69AEDFF-686E-5082-73AD-6286F1A41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CCDA220-6150-7CCB-91E3-21CE282022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81F621-D71F-42B6-966B-5F89E47E0BC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74199DC-76B8-FDF3-0C97-341981AF4B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98E6B35-2903-CB12-D41E-724ACA9017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6474DE-6FEE-47CF-8CF5-A05F383E7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825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A képen szöveg, sor, Diagram, képernyőké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B630836-F2DE-ED59-B238-0E3C88B0C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1"/>
            <a:ext cx="9143998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901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A képen szöveg, sor, Diagram, diagra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C2DE08C-A487-2BBF-ADB4-93A0437C6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582" y="-4812"/>
            <a:ext cx="9156836" cy="686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27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A képen szöveg, Diagram, képernyőkép, so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247D61E-84C7-73D6-B6AF-6E207A06F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"/>
            <a:ext cx="9144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81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 descr="A képen szöveg, sor, Diagram, diagra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8E0B52B6-444E-062D-AD9D-6455E879A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237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3E667-98F0-7A5A-7201-1E787135B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A képen szöveg, sor, Diagram, diagra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CF8747E-362C-2EAF-D591-EE46893B9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582" y="-4812"/>
            <a:ext cx="9156836" cy="6867624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B8614CB3-3432-2EBD-77CC-5F0E484B52D0}"/>
              </a:ext>
            </a:extLst>
          </p:cNvPr>
          <p:cNvSpPr txBox="1"/>
          <p:nvPr/>
        </p:nvSpPr>
        <p:spPr>
          <a:xfrm>
            <a:off x="274320" y="246888"/>
            <a:ext cx="22894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b="1" dirty="0">
                <a:solidFill>
                  <a:srgbClr val="FF0000"/>
                </a:solidFill>
              </a:rPr>
              <a:t>REFERENCIA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01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A képen szöveg, Diagram, képernyőkép, so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BD95722-05A4-8F5C-D962-A14BD13DE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"/>
            <a:ext cx="9144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741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DCED8-9C69-10CC-AD7F-FB525AB79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A képen szöveg, Diagram, képernyőkép, so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A536EBDE-692C-9885-9DAE-85D2F11F0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"/>
            <a:ext cx="9144000" cy="6857998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E34A0632-A020-96E1-1A82-AADC9CA28FB2}"/>
              </a:ext>
            </a:extLst>
          </p:cNvPr>
          <p:cNvSpPr txBox="1"/>
          <p:nvPr/>
        </p:nvSpPr>
        <p:spPr>
          <a:xfrm>
            <a:off x="274320" y="246888"/>
            <a:ext cx="22894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b="1" dirty="0">
                <a:solidFill>
                  <a:srgbClr val="FF0000"/>
                </a:solidFill>
              </a:rPr>
              <a:t>REFERENCIA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775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A képen szöveg, Diagram, képernyőkép, so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74A93CC-4DCC-6B48-D4B6-674C3EA2A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083" y="24063"/>
            <a:ext cx="9079834" cy="680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811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CBEE2-9D97-0CC8-D37F-2B03073A6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A képen szöveg, Diagram, képernyőkép, so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84BB5B6B-689F-75B3-DF77-42BBF07D5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"/>
            <a:ext cx="9144000" cy="6857998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369BB512-EB5F-10CC-5944-87AEF0FC04C2}"/>
              </a:ext>
            </a:extLst>
          </p:cNvPr>
          <p:cNvSpPr txBox="1"/>
          <p:nvPr/>
        </p:nvSpPr>
        <p:spPr>
          <a:xfrm>
            <a:off x="274320" y="246888"/>
            <a:ext cx="22894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b="1" dirty="0">
                <a:solidFill>
                  <a:srgbClr val="FF0000"/>
                </a:solidFill>
              </a:rPr>
              <a:t>REFERENCIA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238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 descr="A képen szöveg, sor, Diagram, diagra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9F6A078-C3E0-4DFD-BC19-8BDBD3E719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05" y="40354"/>
            <a:ext cx="9036390" cy="6777292"/>
          </a:xfrm>
        </p:spPr>
      </p:pic>
    </p:spTree>
    <p:extLst>
      <p:ext uri="{BB962C8B-B14F-4D97-AF65-F5344CB8AC3E}">
        <p14:creationId xmlns:p14="http://schemas.microsoft.com/office/powerpoint/2010/main" val="1715664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A6BCF-7164-4E5D-A464-8AE5BC72C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A képen szöveg, sor, Diagram, diagra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881AF623-612F-FBAC-F28E-C7393000D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582" y="-4812"/>
            <a:ext cx="9156836" cy="6867624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84E98A29-11B1-765A-7AF4-A43838202DDB}"/>
              </a:ext>
            </a:extLst>
          </p:cNvPr>
          <p:cNvSpPr txBox="1"/>
          <p:nvPr/>
        </p:nvSpPr>
        <p:spPr>
          <a:xfrm>
            <a:off x="274320" y="246888"/>
            <a:ext cx="22894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b="1" dirty="0">
                <a:solidFill>
                  <a:srgbClr val="FF0000"/>
                </a:solidFill>
              </a:rPr>
              <a:t>REFERENCIA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374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A képen szöveg, sor, Diagram, diagra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270B249-C913-17BA-003D-DF31A398B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583" y="-4813"/>
            <a:ext cx="9156834" cy="686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895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A képen szöveg, Diagram, sor, képernyőké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811693F-D863-8EA3-F527-53113238A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630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DAC89D-0B7D-7F10-190D-E277D9453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kompromisszum</a:t>
            </a:r>
            <a:endParaRPr lang="en-US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58F338E-E45E-A8C8-A8C4-E4E8F9D5A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29" y="3099335"/>
            <a:ext cx="10719158" cy="64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668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A képen szöveg, sor, Diagram, diagra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275576A-A255-7153-B5B1-713ECEF72E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"/>
            <a:ext cx="9144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789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A képen szöveg, Diagram, képernyőkép, so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5C442A6-40B5-06FD-00BD-5253D0296E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"/>
            <a:ext cx="9144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202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</Words>
  <Application>Microsoft Office PowerPoint</Application>
  <PresentationFormat>Szélesvásznú</PresentationFormat>
  <Paragraphs>5</Paragraphs>
  <Slides>16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kompromisszum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BANC, Roland</dc:creator>
  <cp:lastModifiedBy>BANC, Roland</cp:lastModifiedBy>
  <cp:revision>2</cp:revision>
  <dcterms:created xsi:type="dcterms:W3CDTF">2025-12-01T22:11:31Z</dcterms:created>
  <dcterms:modified xsi:type="dcterms:W3CDTF">2025-12-01T22:32:05Z</dcterms:modified>
</cp:coreProperties>
</file>